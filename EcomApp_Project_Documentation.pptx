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Image Electronics — EcomApp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summary &amp; deployment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Django-based e-commerce site (store, services, admin/portal)</a:t>
            </a:r>
          </a:p>
          <a:p>
            <a:pPr/>
            <a:r>
              <a:t>Features: checkout, shipping (pickup/delivery), analytics, staff portal</a:t>
            </a:r>
          </a:p>
          <a:p>
            <a:pPr/>
            <a:r>
              <a:t>Deployment: Railway with PostgreSQL, Cloudinary for media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Checkout: phone persistence, shipping options (pickup/delivery, speeds)</a:t>
            </a:r>
          </a:p>
          <a:p>
            <a:pPr/>
            <a:r>
              <a:t>TomTom-based distance shipping estimate endpoint</a:t>
            </a:r>
          </a:p>
          <a:p>
            <a:pPr/>
            <a:r>
              <a:t>Staff portal: order fulfillment, shipping speed, colored status badges</a:t>
            </a:r>
          </a:p>
          <a:p>
            <a:pPr/>
            <a:r>
              <a:t>Traffic analytics: unique sessions dataset, Traffic Trends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Files &amp;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`store/views.py` — checkout, portal views, shipping estimate</a:t>
            </a:r>
          </a:p>
          <a:p>
            <a:pPr/>
            <a:r>
              <a:t>`store/models.py` — Customer.phone, ShippingAddress.phone, Order.shipping_fee/fulfillment</a:t>
            </a:r>
          </a:p>
          <a:p>
            <a:pPr/>
            <a:r>
              <a:t>Templates: `store/orders_list.html`, `store/order_detail.html`</a:t>
            </a:r>
          </a:p>
          <a:p>
            <a:pPr/>
            <a:r>
              <a:t>Migrations: `store/migrations/0014` and `0015` for phone &amp; shipping fields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Migrations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Used Django migrations for schema changes (applied in production)</a:t>
            </a:r>
          </a:p>
          <a:p>
            <a:pPr/>
            <a:r>
              <a:t>Temporary secure migration endpoint was used once to run migrations safely</a:t>
            </a:r>
          </a:p>
          <a:p>
            <a:pPr/>
            <a:r>
              <a:t>Defensive code paths added then removed after migrations applied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Hosted on Railway (web service) with Gunicorn + WhiteNoise</a:t>
            </a:r>
          </a:p>
          <a:p>
            <a:pPr/>
            <a:r>
              <a:t>Custom domain `www.imageelectronics.org` added and TLS via Let's Encrypt</a:t>
            </a:r>
          </a:p>
          <a:p>
            <a:pPr/>
            <a:r>
              <a:t>ALLOWED_HOSTS and CSRF_TRUSTED_ORIGINS updated to accept custom domain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HTTP 400 due to DisallowedHost — fixed by adding domain to ALLOWED_HOSTS</a:t>
            </a:r>
          </a:p>
          <a:p>
            <a:pPr/>
            <a:r>
              <a:t>CSRF 403 on login — fixed by adding domain to CSRF_TRUSTED_ORIGINS and redeploy</a:t>
            </a:r>
          </a:p>
          <a:p>
            <a:pPr/>
            <a:r>
              <a:t>DNS apex redirect (imageelectronics.org) recommended: URL redirect to www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Locally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Create virtualenv: `python -m venv env`</a:t>
            </a:r>
          </a:p>
          <a:p>
            <a:pPr/>
            <a:r>
              <a:t>Install: `pip install -r requirements.txt`</a:t>
            </a:r>
          </a:p>
          <a:p>
            <a:pPr/>
            <a:r>
              <a:t>Run migrations: `python manage.py migrate`</a:t>
            </a:r>
          </a:p>
          <a:p>
            <a:pPr/>
            <a:r>
              <a:t>Start dev server: `python manage.py runserver`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/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Harden cookies: set SESSION_COOKIE_SECURE and CSRF_COOKIE_SECURE in prod</a:t>
            </a:r>
          </a:p>
          <a:p>
            <a:pPr/>
            <a:r>
              <a:t>Consider server-side shipping fee calculation to prevent client tampering</a:t>
            </a:r>
          </a:p>
          <a:p>
            <a:pPr/>
            <a:r>
              <a:t>Add end-to-end tests for checkout and portal 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Contacts &amp;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Repository: CapstoneProject_group4 (owner: tokyoCitagh)</a:t>
            </a:r>
          </a:p>
          <a:p>
            <a:pPr/>
            <a:r>
              <a:t>Deployment: Railway project `profound-surprise` (production environment)</a:t>
            </a:r>
          </a:p>
          <a:p>
            <a:pPr/>
            <a:r>
              <a:t>Created by: development session — see repo for commit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